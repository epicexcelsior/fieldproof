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01110aa270401f" /><Relationship Type="http://schemas.openxmlformats.org/officeDocument/2006/relationships/extended-properties" Target="/docProps/app.xml" Id="R7aa17aecd1364893" /><Relationship Type="http://schemas.openxmlformats.org/officeDocument/2006/relationships/officeDocument" Target="/ppt/presentation.xml" Id="R9a670f0d013249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a92e1e26b4a6a"/>
  </p:sldMasterIdLst>
  <p:notesMasterIdLst>
    <p:notesMasterId xmlns:r="http://schemas.openxmlformats.org/officeDocument/2006/relationships" r:id="R284703bbfa424e91"/>
  </p:notesMasterIdLst>
  <p:sldIdLst>
    <p:sldId xmlns:r="http://schemas.openxmlformats.org/officeDocument/2006/relationships" id="256" r:id="R8735ce0ff52a44bc"/>
    <p:sldId xmlns:r="http://schemas.openxmlformats.org/officeDocument/2006/relationships" id="257" r:id="R442506087e1846b7"/>
    <p:sldId xmlns:r="http://schemas.openxmlformats.org/officeDocument/2006/relationships" id="258" r:id="R50b15bbfa774469b"/>
    <p:sldId xmlns:r="http://schemas.openxmlformats.org/officeDocument/2006/relationships" id="259" r:id="Rb9f1aefe962a4d45"/>
    <p:sldId xmlns:r="http://schemas.openxmlformats.org/officeDocument/2006/relationships" id="260" r:id="Rec604e450387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bfa3a8715461b" /><Relationship Type="http://schemas.openxmlformats.org/officeDocument/2006/relationships/slideMaster" Target="/ppt/slideMasters/slideMaster1.xml" Id="R23ea92e1e26b4a6a" /><Relationship Type="http://schemas.openxmlformats.org/officeDocument/2006/relationships/notesMaster" Target="/ppt/notesMasters/notesMaster1.xml" Id="R284703bbfa424e91" /><Relationship Type="http://schemas.openxmlformats.org/officeDocument/2006/relationships/presProps" Target="/ppt/presProps.xml" Id="R245d8c03210243a8" /><Relationship Type="http://schemas.openxmlformats.org/officeDocument/2006/relationships/tableStyles" Target="/ppt/tableStyles.xml" Id="Rb3d368aae6684b9e" /><Relationship Type="http://schemas.openxmlformats.org/officeDocument/2006/relationships/slide" Target="/ppt/slides/slide1.xml" Id="R8735ce0ff52a44bc" /><Relationship Type="http://schemas.openxmlformats.org/officeDocument/2006/relationships/slide" Target="/ppt/slides/slide2.xml" Id="R442506087e1846b7" /><Relationship Type="http://schemas.openxmlformats.org/officeDocument/2006/relationships/slide" Target="/ppt/slides/slide3.xml" Id="R50b15bbfa774469b" /><Relationship Type="http://schemas.openxmlformats.org/officeDocument/2006/relationships/slide" Target="/ppt/slides/slide4.xml" Id="Rb9f1aefe962a4d45" /><Relationship Type="http://schemas.openxmlformats.org/officeDocument/2006/relationships/slide" Target="/ppt/slides/slide5.xml" Id="Rec604e450387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2976e816b6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c586b0c0d4d30" /><Relationship Type="http://schemas.openxmlformats.org/officeDocument/2006/relationships/notesMaster" Target="/ppt/notesMasters/notesMaster1.xml" Id="R1346fbb405a5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6739ba3a9b4fdc" /><Relationship Type="http://schemas.openxmlformats.org/officeDocument/2006/relationships/notesMaster" Target="/ppt/notesMasters/notesMaster1.xml" Id="Rc1366dc3cc9d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dd48b91f8f4460" /><Relationship Type="http://schemas.openxmlformats.org/officeDocument/2006/relationships/notesMaster" Target="/ppt/notesMasters/notesMaster1.xml" Id="Re760d6b9eb7f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aa481efe554b98" /><Relationship Type="http://schemas.openxmlformats.org/officeDocument/2006/relationships/notesMaster" Target="/ppt/notesMasters/notesMaster1.xml" Id="R30408dccaf80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68ebcddbb4361" /><Relationship Type="http://schemas.openxmlformats.org/officeDocument/2006/relationships/notesMaster" Target="/ppt/notesMasters/notesMaster1.xml" Id="Rc6d41a53814b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docs/competition/slides.html. Implementation and evidence: docs/VERIFICATION.md and docs/evidence/device-signed-purchase-20261011.json. Buyer value and commercial pricing are hypotheses. The Solana transaction uses test tokens. Live peaq activation and event readback remain pending. Slide 1 of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docs/competition/slides.html. Implementation and evidence: docs/VERIFICATION.md and docs/evidence/device-signed-purchase-20261011.json. Buyer value and commercial pricing are hypotheses. The Solana transaction uses test tokens. Live peaq activation and event readback remain pending. Slide 2 of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docs/competition/slides.html. Implementation and evidence: docs/VERIFICATION.md and docs/evidence/device-signed-purchase-20261011.json. Buyer value and commercial pricing are hypotheses. The Solana transaction uses test tokens. Live peaq activation and event readback remain pending. Slide 3 of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docs/competition/slides.html. Implementation and evidence: docs/VERIFICATION.md and docs/evidence/device-signed-purchase-20261011.json. Buyer value and commercial pricing are hypotheses. The Solana transaction uses test tokens. Live peaq activation and event readback remain pending. Slide 4 of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docs/competition/slides.html. Implementation and evidence: docs/VERIFICATION.md and docs/evidence/device-signed-purchase-20261011.json. Buyer value and commercial pricing are hypotheses. The Solana transaction uses test tokens. Live peaq activation and event readback remain pending. Slide 5 of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8d2f4e05c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518c390a9407c" /><Relationship Type="http://schemas.openxmlformats.org/officeDocument/2006/relationships/slideLayout" Target="/ppt/slideLayouts/slideLayout1.xml" Id="Rd55828bcdb86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828bcdb86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a74b876e24c2a" /><Relationship Type="http://schemas.openxmlformats.org/officeDocument/2006/relationships/image" Target="/ppt/media/image.png" Id="R60a19325875149d5" /><Relationship Type="http://schemas.openxmlformats.org/officeDocument/2006/relationships/notesSlide" Target="/ppt/notesSlides/notesSlide1.xml" Id="R1e7c6c5c2590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88019d9db4555" /><Relationship Type="http://schemas.openxmlformats.org/officeDocument/2006/relationships/notesSlide" Target="/ppt/notesSlides/notesSlide2.xml" Id="R916f5d3ef63d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5d63edf74945" /><Relationship Type="http://schemas.openxmlformats.org/officeDocument/2006/relationships/notesSlide" Target="/ppt/notesSlides/notesSlide3.xml" Id="R8b95cc8b7b4c4f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8c3a6c6e4b49" /><Relationship Type="http://schemas.openxmlformats.org/officeDocument/2006/relationships/notesSlide" Target="/ppt/notesSlides/notesSlide4.xml" Id="R3275b2d869d4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3f508a6e44d9d" /><Relationship Type="http://schemas.openxmlformats.org/officeDocument/2006/relationships/notesSlide" Target="/ppt/notesSlides/notesSlide5.xml" Id="R5677df7bb2b5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20DD-196D-424C-8C39-6E842DBD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FieldProof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39FF9-2018-465B-BDA7-FE91098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1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Software pays for a fresh physical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635BA-7F43-42FF-805A-A46C8E5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device signs its answer. The buyer verifies who answered and whether the answer is still fresh.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63C8C-DA1A-4AE3-AB8F-500BBA1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Working prototype: ESP32-C6 and Solana Devnet.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19325875149d5"/>
          <a:stretch xmlns:a="http://schemas.openxmlformats.org/drawingml/2006/main"/>
        </p:blipFill>
        <p:spPr>
          <a:xfrm xmlns:a="http://schemas.openxmlformats.org/drawingml/2006/main">
            <a:off x="9144000" y="20002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AF1B0-FBE7-4FDA-A9C6-A3571D9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01 / A device signature authenticates a claim. It does not establish physical truth.</a:t>
            </a:r>
          </a:p>
        </p:txBody>
      </p:sp>
    </p:spTree>
    <p:extLst>
      <p:ext uri="{BB962C8B-B14F-4D97-AF65-F5344CB8AC3E}">
        <p14:creationId xmlns:p14="http://schemas.microsoft.com/office/powerpoint/2010/main" val="9658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BBA1B-FAA3-45C6-8D49-15E16E13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A remote inspection before a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FCB66-6A7F-41CD-9A7C-243D85C0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Target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2F1E5-6548-4F06-8BC6-C295DFD1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An operator pays someone to check a physical fact at another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8D1CD-E793-481F-A881-081E5EAE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Its software lacks a reliable answer from an existing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34333-BB5F-482B-8284-3329BE3F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FieldProof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F1DFC-9F9C-42CF-B76F-C562E52F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Commission one check from a device already on 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6FCB7-35C5-4563-B3F3-287BEE4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Get a new answer tied to that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B72B4-2475-456F-9386-7C50C06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Value test: does the check replace a manual check or change a costly decision?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4F17-DEB1-4A9D-8F50-61AC77A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02 / Buyer hypothesis. No customer or willingness to pay is validated. Use an existing API when it supplies the answer.</a:t>
            </a:r>
          </a:p>
        </p:txBody>
      </p:sp>
    </p:spTree>
    <p:extLst>
      <p:ext uri="{BB962C8B-B14F-4D97-AF65-F5344CB8AC3E}">
        <p14:creationId xmlns:p14="http://schemas.microsoft.com/office/powerpoint/2010/main" val="53345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900AF-428E-4ACE-89D3-DBE9CED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What the prototype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C98F7-8B0C-42A1-8ECA-12A194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1. Request a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29CF3-2CE0-42C2-B050-C6AFDA61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buyer fixes the contact question, device key, price, and ten-second age limit.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EC04A-FC93-46DD-BBC8-05E2B1D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2. Pay the operator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0DCA4-3642-4855-B7DC-9BCB70D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Solana x402 settles 0.001 test USDC before measurement.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DDFC4-B564-4CAE-BF06-872E660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3. Measure and 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09F1B-54B3-4D2D-9EB9-C48B5532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ESP32 reads the physical input and signs a new answer for this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8F7FE-2105-4D6E-9CF5-22D676E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4. Verify and decide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755B0-BC71-4DAF-B01C-EFAAF9E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291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buyer verifies the source, request, signature, and age before its next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4799A-1C24-46F1-930B-EC0C3B8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03 / OPEN and CLOSED both fulfill the paid check. The operator wallet receives test tokens. The buyer's next action is separate.</a:t>
            </a:r>
          </a:p>
        </p:txBody>
      </p:sp>
    </p:spTree>
    <p:extLst>
      <p:ext uri="{BB962C8B-B14F-4D97-AF65-F5344CB8AC3E}">
        <p14:creationId xmlns:p14="http://schemas.microsoft.com/office/powerpoint/2010/main" val="1163993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5EDAA-18D9-4C7D-BA15-B6BDB16D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evidence has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91444-DE67-43F7-97E7-2FB9A357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The buyer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8EE96-27E1-4C49-8A0C-949AB1B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This approved device signed the answer to this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5CFB5-0634-4020-9919-C20B4BE3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An old answer fails the age policy. An edited answer fails signature verification.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75DDD-3E2E-4576-B350-74F22D4A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The physical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B2462-008C-4920-B45F-A3B95BC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Release or hold BOOT. The contact changes between OPEN and CLOSED.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AAC0C-51D5-4C37-992C-DB849611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The contact does not prove contents, safety, or completed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E8637-58F2-48EF-AC21-C78FFFE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04 / BOOT is a contact stand-in. No robot or real entrance is connected. The software buyer can serve an AI agent.</a:t>
            </a:r>
          </a:p>
        </p:txBody>
      </p:sp>
    </p:spTree>
    <p:extLst>
      <p:ext uri="{BB962C8B-B14F-4D97-AF65-F5344CB8AC3E}">
        <p14:creationId xmlns:p14="http://schemas.microsoft.com/office/powerpoint/2010/main" val="264510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AA1D5-3FF5-4314-979F-DAE2ADCF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450" b="1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peaq's role and the next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01D95-E005-4A16-907B-6205581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Solana: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359E8-16AB-4EE9-AE09-5CD09C3B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Bounded Devnet payment and an original device-signed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6D5C-8144-40BA-9A3A-E05D14B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The public replay preserves the October 11 transaction and capture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1A7A8-3114-4C37-AA2D-062EFCA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9A561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9A5617"/>
                </a:solidFill>
                <a:latin typeface="Liberation Sans"/>
                <a:ea typeface="Liberation Sans"/>
                <a:cs typeface="Liberation Sans"/>
              </a:rPr>
              <a:t>peaq: live integration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6EA76-A7A8-4E94-9F00-1484663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A machine identity binds the offered service to its device key.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D22A4-FA41-4147-943D-B42218C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48958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17364D"/>
                </a:solidFill>
                <a:latin typeface="Liberation Sans"/>
                <a:ea typeface="Liberation Sans"/>
                <a:cs typeface="Liberation Sans"/>
              </a:rPr>
              <a:t>An activity record links a completed check to payment and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6E732-AE1E-47A4-A0DB-310F008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26C97"/>
                </a:solidFill>
                <a:latin typeface="Liberation Sans"/>
                <a:ea typeface="Liberation Sans"/>
                <a:cs typeface="Liberation Sans"/>
              </a:rPr>
              <a:t>Next: one authorized operator, one repeated question, and a comparison with its current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80FD8-FA99-4163-ADFD-F3B83690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36D80"/>
                </a:solidFill>
                <a:latin typeface="Liberation Sans"/>
                <a:ea typeface="Liberation Sans"/>
                <a:cs typeface="Liberation Sans"/>
              </a:rPr>
              <a:t>05 / peaq code has tests. No live identity or activity event is established. Paid integration and inspection fees remain hypotheses.</a:t>
            </a:r>
          </a:p>
        </p:txBody>
      </p:sp>
    </p:spTree>
    <p:extLst>
      <p:ext uri="{BB962C8B-B14F-4D97-AF65-F5344CB8AC3E}">
        <p14:creationId xmlns:p14="http://schemas.microsoft.com/office/powerpoint/2010/main" val="1105289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FieldProof</dc:creator>
  <ns0:lastModifiedBy>FieldProof</ns0:lastModifiedBy>
  <dc:title>FieldProof: paid physical checks</dc:title>
  <ns2:created xsi:type="dcterms:W3CDTF">2026-10-11T16:22:14.1030000Z</ns2:created>
  <ns2:modified xsi:type="dcterms:W3CDTF">2026-10-11T16:22:14.1030000Z</ns2:modified>
</ns0:coreProperties>
</file>