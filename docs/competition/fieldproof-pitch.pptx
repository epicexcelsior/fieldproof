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761273d67d410d" /><Relationship Type="http://schemas.openxmlformats.org/officeDocument/2006/relationships/extended-properties" Target="/docProps/app.xml" Id="R5446bd18c1624e95" /><Relationship Type="http://schemas.openxmlformats.org/officeDocument/2006/relationships/officeDocument" Target="/ppt/presentation.xml" Id="R546c8fa1ce6e49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2ba68a5fb343a8"/>
  </p:sldMasterIdLst>
  <p:notesMasterIdLst>
    <p:notesMasterId xmlns:r="http://schemas.openxmlformats.org/officeDocument/2006/relationships" r:id="R75d3a73d1d1d45c4"/>
  </p:notesMasterIdLst>
  <p:sldIdLst>
    <p:sldId xmlns:r="http://schemas.openxmlformats.org/officeDocument/2006/relationships" id="256" r:id="Rd80aac3a19f64522"/>
    <p:sldId xmlns:r="http://schemas.openxmlformats.org/officeDocument/2006/relationships" id="257" r:id="Rcfc93e10a44a45ae"/>
    <p:sldId xmlns:r="http://schemas.openxmlformats.org/officeDocument/2006/relationships" id="258" r:id="R1ca7f7008b8441b8"/>
    <p:sldId xmlns:r="http://schemas.openxmlformats.org/officeDocument/2006/relationships" id="259" r:id="Re8560e17e17243ca"/>
    <p:sldId xmlns:r="http://schemas.openxmlformats.org/officeDocument/2006/relationships" id="260" r:id="Rb45470c038ce44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ca75f3898a42f1" /><Relationship Type="http://schemas.openxmlformats.org/officeDocument/2006/relationships/slideMaster" Target="/ppt/slideMasters/slideMaster1.xml" Id="R882ba68a5fb343a8" /><Relationship Type="http://schemas.openxmlformats.org/officeDocument/2006/relationships/notesMaster" Target="/ppt/notesMasters/notesMaster1.xml" Id="R75d3a73d1d1d45c4" /><Relationship Type="http://schemas.openxmlformats.org/officeDocument/2006/relationships/presProps" Target="/ppt/presProps.xml" Id="R0f38721df43e4432" /><Relationship Type="http://schemas.openxmlformats.org/officeDocument/2006/relationships/tableStyles" Target="/ppt/tableStyles.xml" Id="R429a6067e7ba46a4" /><Relationship Type="http://schemas.openxmlformats.org/officeDocument/2006/relationships/slide" Target="/ppt/slides/slide1.xml" Id="Rd80aac3a19f64522" /><Relationship Type="http://schemas.openxmlformats.org/officeDocument/2006/relationships/slide" Target="/ppt/slides/slide2.xml" Id="Rcfc93e10a44a45ae" /><Relationship Type="http://schemas.openxmlformats.org/officeDocument/2006/relationships/slide" Target="/ppt/slides/slide3.xml" Id="R1ca7f7008b8441b8" /><Relationship Type="http://schemas.openxmlformats.org/officeDocument/2006/relationships/slide" Target="/ppt/slides/slide4.xml" Id="Re8560e17e17243ca" /><Relationship Type="http://schemas.openxmlformats.org/officeDocument/2006/relationships/slide" Target="/ppt/slides/slide5.xml" Id="Rb45470c038ce44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3095b1d2ca4f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570bf67a2f4e19" /><Relationship Type="http://schemas.openxmlformats.org/officeDocument/2006/relationships/notesMaster" Target="/ppt/notesMasters/notesMaster1.xml" Id="R0e2cae41c4124c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b1a35728894da8" /><Relationship Type="http://schemas.openxmlformats.org/officeDocument/2006/relationships/notesMaster" Target="/ppt/notesMasters/notesMaster1.xml" Id="Red822df0c1c34b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0e645b1c5845b4" /><Relationship Type="http://schemas.openxmlformats.org/officeDocument/2006/relationships/notesMaster" Target="/ppt/notesMasters/notesMaster1.xml" Id="R6fd3c8c0d29043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2f6a11c1f84f7f" /><Relationship Type="http://schemas.openxmlformats.org/officeDocument/2006/relationships/notesMaster" Target="/ppt/notesMasters/notesMaster1.xml" Id="R5732c21daf2a42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27debf6f6842bb" /><Relationship Type="http://schemas.openxmlformats.org/officeDocument/2006/relationships/notesMaster" Target="/ppt/notesMasters/notesMaster1.xml" Id="R3eff48029d3c4f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README.md; docs/SUBMISSION.md. Buyer is a hypothesis, not a customer.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README.md; docs/VERIFICATION.md. The current signed contract remains gate.closed. This slide gives the buyer-facing question, not a changed receipt field.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README.md; docs/PEAQ_INTEGRATION.md; docs/VERIFICATION.md. Devnet USDC is a test token. peaq is pending until live finalized readback.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docs/VERIFICATION.md and public inspector. Ten seconds is buyer policy, not a safety guarantee. Both contact states can fulfill the paid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docs/STRATEGY.md. No customer, revenue, price validation, or market advantage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7aa32c7a84b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9191c66a12411e" /><Relationship Type="http://schemas.openxmlformats.org/officeDocument/2006/relationships/slideLayout" Target="/ppt/slideLayouts/slideLayout1.xml" Id="Rd9d525f9f1254e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d525f9f1254e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9c2c44b7e4e15" /><Relationship Type="http://schemas.openxmlformats.org/officeDocument/2006/relationships/image" Target="/ppt/media/image.png" Id="Re877c543449540d6" /><Relationship Type="http://schemas.openxmlformats.org/officeDocument/2006/relationships/notesSlide" Target="/ppt/notesSlides/notesSlide1.xml" Id="Rabfa058e20af41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114b14eb34a6d" /><Relationship Type="http://schemas.openxmlformats.org/officeDocument/2006/relationships/image" Target="/ppt/media/image2.png" Id="Ra0f015452beb4037" /><Relationship Type="http://schemas.openxmlformats.org/officeDocument/2006/relationships/notesSlide" Target="/ppt/notesSlides/notesSlide2.xml" Id="R002e6013acd243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3b7de16c7416b" /><Relationship Type="http://schemas.openxmlformats.org/officeDocument/2006/relationships/image" Target="/ppt/media/image3.png" Id="R1ded3adc633146a5" /><Relationship Type="http://schemas.openxmlformats.org/officeDocument/2006/relationships/notesSlide" Target="/ppt/notesSlides/notesSlide3.xml" Id="R83b60dcc0c0c41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35351e9d946aa" /><Relationship Type="http://schemas.openxmlformats.org/officeDocument/2006/relationships/image" Target="/ppt/media/image4.png" Id="R39ff70feb1cf4592" /><Relationship Type="http://schemas.openxmlformats.org/officeDocument/2006/relationships/notesSlide" Target="/ppt/notesSlides/notesSlide4.xml" Id="R14a03426157e49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255e0c11d4844" /><Relationship Type="http://schemas.openxmlformats.org/officeDocument/2006/relationships/notesSlide" Target="/ppt/notesSlides/notesSlide5.xml" Id="R6b91aafdd10d46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A9EAE-0FF8-4A86-8774-FF0870E4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Paid fresh physical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54520-2558-47A7-B795-64B5538A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FIELDPROOF  / 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FB60B-A68B-4E02-92D4-DEE2D7FE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0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For AI agents that manage equipment at another site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BB104-5376-4E7B-B1C8-6E20E821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43250"/>
            <a:ext cx="676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One question. One paid observation. One signed answer with an expiry.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B0D4AE-A940-42DC-BDC8-533E2742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816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>
                <a:solidFill>
                  <a:srgbClr val="52616C"/>
                </a:solidFill>
                <a:latin typeface="Liberation Sans"/>
                <a:ea typeface="Liberation Sans"/>
                <a:cs typeface="Liberation Sans"/>
              </a:rPr>
              <a:t>Remote-equipment AI builder: initial buyer hypothesis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7c543449540d6"/>
          <a:stretch xmlns:a="http://schemas.openxmlformats.org/drawingml/2006/main"/>
        </p:blipFill>
        <p:spPr>
          <a:xfrm xmlns:a="http://schemas.openxmlformats.org/drawingml/2006/main">
            <a:off x="8324850" y="1428750"/>
            <a:ext cx="2952750" cy="2952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44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42ABA-9110-4553-9595-9177E3D4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The current physical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B3339-96DA-489F-942F-966916A1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FIELDPROOF  /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A951A-F323-4A43-9828-CDFD1583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38275"/>
            <a:ext cx="6381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Is this enclosure contact closed now?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CC16B-6368-4A52-A131-7E5166F0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67000"/>
            <a:ext cx="6286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The ESP32-C6 samples the BOOT contact stand-in after payment. Its P-256 key signs the question and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E1208-591C-4D55-9CAB-D3D791BA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66198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rPr>
              <a:t>A contact state does not prove contents, safe operation, or access permission.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f015452beb4037"/>
          <a:stretch xmlns:a="http://schemas.openxmlformats.org/drawingml/2006/main"/>
        </p:blipFill>
        <p:spPr>
          <a:xfrm xmlns:a="http://schemas.openxmlformats.org/drawingml/2006/main">
            <a:off x="7572375" y="2811959"/>
            <a:ext cx="3857625" cy="9483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4479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F578E-C54E-4C61-B7E9-D6E80595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One paid observation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87DB04-C622-4F6C-A82B-2B586954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FIELDPROOF  /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D15E2-80DA-4B43-BE62-B211B5BB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28750"/>
            <a:ext cx="581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Buyer sets provider, question, price, and age limit.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D161A-7A6B-4C9C-AE41-085F2EE0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619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x402 settles 0.001 Devnet USDC on Solana Devnet before capture.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2DFEA-9646-4DE0-AA1D-EE83C919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619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ESP32 samples the contact and returns its original P-256 signed receipt.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4A9B9-B4B3-41D0-A590-E2945882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695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rPr>
              <a:t>peaq identity and linked activity event: INTEGRATION PENDING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d3adc633146a5"/>
          <a:stretch xmlns:a="http://schemas.openxmlformats.org/drawingml/2006/main"/>
        </p:blipFill>
        <p:spPr>
          <a:xfrm xmlns:a="http://schemas.openxmlformats.org/drawingml/2006/main">
            <a:off x="7524750" y="2339538"/>
            <a:ext cx="3905250" cy="19884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3073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D3870-8753-4517-886B-D96BEC96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The buyer accepts fresh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6CA7-77C1-46D1-BB01-DE082248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FIELDPROOF  /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04E9A-36D9-4A7D-9294-A226D7C0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47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Check the selected key, challenge, samples, and signature.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59C7B-DFA1-4EC5-B765-87113588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71750"/>
            <a:ext cx="628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Then check age against the buyer’s ten-second policy.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111A4-CD1D-4E8F-BB80-989C7CF9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00500"/>
            <a:ext cx="6477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The same valid answer becomes WAIT after expiry. A changed answer fails signature verification.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f70feb1cf4592"/>
          <a:stretch xmlns:a="http://schemas.openxmlformats.org/drawingml/2006/main"/>
        </p:blipFill>
        <p:spPr>
          <a:xfrm xmlns:a="http://schemas.openxmlformats.org/drawingml/2006/main">
            <a:off x="7620000" y="2711291"/>
            <a:ext cx="3714750" cy="134969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0466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B6AA3C-01C6-484D-BEFB-F2DA7A9D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The first buyer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CF02E-D3A5-4C8E-9F83-FB7EED6C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436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FIELDPROOF  /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578A7-C9CE-433D-BD61-2CBE466F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28750"/>
            <a:ext cx="7858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146B8D"/>
                </a:solidFill>
                <a:latin typeface="Liberation Sans"/>
                <a:ea typeface="Liberation Sans"/>
                <a:cs typeface="Liberation Sans"/>
              </a:rPr>
              <a:t>One AI builder and one authorized equipment operator.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856DB-5CF7-476C-82B3-7F878B28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43175"/>
            <a:ext cx="8096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Compare this check with the current API or manual process. Measure useful answers, integration work, failures, and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AEB6E-86BB-46FD-AB58-275FBB46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76750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183146"/>
                </a:solidFill>
                <a:latin typeface="Liberation Sans"/>
                <a:ea typeface="Liberation Sans"/>
                <a:cs typeface="Liberation Sans"/>
              </a:rPr>
              <a:t>Repeat at a second site to test reuse. Paid integration and support remain business hypotheses.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109EC-0B6E-4855-9986-505F0C9E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714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1">
                <a:solidFill>
                  <a:srgbClr val="A35A10"/>
                </a:solidFill>
                <a:latin typeface="Liberation Sans"/>
                <a:ea typeface="Liberation Sans"/>
                <a:cs typeface="Liberation Sans"/>
              </a:rPr>
              <a:t>No validated customer or commercial revenue yet.</a:t>
            </a:r>
          </a:p>
        </p:txBody>
      </p:sp>
    </p:spTree>
    <p:extLst>
      <p:ext uri="{BB962C8B-B14F-4D97-AF65-F5344CB8AC3E}">
        <p14:creationId xmlns:p14="http://schemas.microsoft.com/office/powerpoint/2010/main" val="7323560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2026-10-10T14:42:32.6470000Z</dcterms:created>
  <dcterms:modified xsi:type="dcterms:W3CDTF">2026-10-10T14:42:32.6470000Z</dcterms:modified>
</coreProperties>
</file>