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1c1507bee84c09" /><Relationship Type="http://schemas.openxmlformats.org/officeDocument/2006/relationships/extended-properties" Target="/docProps/app.xml" Id="R49843fd88de243e6" /><Relationship Type="http://schemas.openxmlformats.org/officeDocument/2006/relationships/officeDocument" Target="/ppt/presentation.xml" Id="R74b76a3d78c446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8842d58eec4758"/>
  </p:sldMasterIdLst>
  <p:notesMasterIdLst>
    <p:notesMasterId xmlns:r="http://schemas.openxmlformats.org/officeDocument/2006/relationships" r:id="R4a991b03d9124940"/>
  </p:notesMasterIdLst>
  <p:sldIdLst>
    <p:sldId xmlns:r="http://schemas.openxmlformats.org/officeDocument/2006/relationships" id="256" r:id="R6c8d6ff344bf4c0f"/>
    <p:sldId xmlns:r="http://schemas.openxmlformats.org/officeDocument/2006/relationships" id="257" r:id="R6cbdf384c86241c3"/>
    <p:sldId xmlns:r="http://schemas.openxmlformats.org/officeDocument/2006/relationships" id="258" r:id="R851a0ad753d943ac"/>
    <p:sldId xmlns:r="http://schemas.openxmlformats.org/officeDocument/2006/relationships" id="259" r:id="R1759c4a77057461e"/>
    <p:sldId xmlns:r="http://schemas.openxmlformats.org/officeDocument/2006/relationships" id="260" r:id="R8dcb748fa1ab4d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b14b9a2d164610" /><Relationship Type="http://schemas.openxmlformats.org/officeDocument/2006/relationships/slideMaster" Target="/ppt/slideMasters/slideMaster1.xml" Id="R0e8842d58eec4758" /><Relationship Type="http://schemas.openxmlformats.org/officeDocument/2006/relationships/notesMaster" Target="/ppt/notesMasters/notesMaster1.xml" Id="R4a991b03d9124940" /><Relationship Type="http://schemas.openxmlformats.org/officeDocument/2006/relationships/presProps" Target="/ppt/presProps.xml" Id="Re47688387dd14487" /><Relationship Type="http://schemas.openxmlformats.org/officeDocument/2006/relationships/tableStyles" Target="/ppt/tableStyles.xml" Id="R4f562627d3af4d6c" /><Relationship Type="http://schemas.openxmlformats.org/officeDocument/2006/relationships/slide" Target="/ppt/slides/slide1.xml" Id="R6c8d6ff344bf4c0f" /><Relationship Type="http://schemas.openxmlformats.org/officeDocument/2006/relationships/slide" Target="/ppt/slides/slide2.xml" Id="R6cbdf384c86241c3" /><Relationship Type="http://schemas.openxmlformats.org/officeDocument/2006/relationships/slide" Target="/ppt/slides/slide3.xml" Id="R851a0ad753d943ac" /><Relationship Type="http://schemas.openxmlformats.org/officeDocument/2006/relationships/slide" Target="/ppt/slides/slide4.xml" Id="R1759c4a77057461e" /><Relationship Type="http://schemas.openxmlformats.org/officeDocument/2006/relationships/slide" Target="/ppt/slides/slide5.xml" Id="R8dcb748fa1ab4d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e66bef67e449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9e791b9ae54e31" /><Relationship Type="http://schemas.openxmlformats.org/officeDocument/2006/relationships/notesMaster" Target="/ppt/notesMasters/notesMaster1.xml" Id="Rad04cd9d9a684c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c29732a7364157" /><Relationship Type="http://schemas.openxmlformats.org/officeDocument/2006/relationships/notesMaster" Target="/ppt/notesMasters/notesMaster1.xml" Id="R41f6fef5b30b4a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a736d0a5984eef" /><Relationship Type="http://schemas.openxmlformats.org/officeDocument/2006/relationships/notesMaster" Target="/ppt/notesMasters/notesMaster1.xml" Id="R40d51500e7b544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c02111215254901" /><Relationship Type="http://schemas.openxmlformats.org/officeDocument/2006/relationships/notesMaster" Target="/ppt/notesMasters/notesMaster1.xml" Id="Rb4e6baffe9b64a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408033f7dc43c8" /><Relationship Type="http://schemas.openxmlformats.org/officeDocument/2006/relationships/notesMaster" Target="/ppt/notesMasters/notesMaster1.xml" Id="Rd36f422e00aa47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and founder context. Explain why software needs a fresh physical answer across device owners. Copy source: docs/competition/slides.html.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a commissioned measurement. Payment buys the check, including an unfavorable answer. A common workflow across independent operators is the product hypothesis. Copy source: docs/competition/slides.html.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Working evidence: docs/evidence/current-job.json and docs/VERIFICATION.md. One real ESP32 provider. Seeker independently verifies receipts. Solana Devnet pays 0.001 test USDC. The buyer resolves the peaq Agung device key before payment. The completed job has a finalized native Storage work record. No EventRegistry or credit rating is claimed. Copy source: docs/competition/slides.html.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unchanged receipt timestamp expires under the ten-second buyer policy. An edited local copy fails the original signature. A signature authenticates a claim, not physical truth. Copy source: docs/competition/slides.html.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network, customer demand, recurring paid use, and reputation remain unvalidated. Start with one authorized operator and one recurring question. Integration and per-check fees are hypotheses. Logo supplied by the founder. Copy source: docs/competition/slides.html.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9234e34db24c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4abb9faf5c48f3" /><Relationship Type="http://schemas.openxmlformats.org/officeDocument/2006/relationships/slideLayout" Target="/ppt/slideLayouts/slideLayout1.xml" Id="R3ea2c05650e046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a2c05650e046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6d5176f2b4f69" /><Relationship Type="http://schemas.openxmlformats.org/officeDocument/2006/relationships/notesSlide" Target="/ppt/notesSlides/notesSlide1.xml" Id="Ra67000b4d10941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1fb79ebcbd4bd8" /><Relationship Type="http://schemas.openxmlformats.org/officeDocument/2006/relationships/notesSlide" Target="/ppt/notesSlides/notesSlide2.xml" Id="R6b7233bbc7cd4f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515a4c5414731" /><Relationship Type="http://schemas.openxmlformats.org/officeDocument/2006/relationships/image" Target="/ppt/media/image.bin" Id="R6a754d9efe3d4ae5" /><Relationship Type="http://schemas.openxmlformats.org/officeDocument/2006/relationships/notesSlide" Target="/ppt/notesSlides/notesSlide3.xml" Id="R91f20a0150654e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5660f341d47db" /><Relationship Type="http://schemas.openxmlformats.org/officeDocument/2006/relationships/notesSlide" Target="/ppt/notesSlides/notesSlide4.xml" Id="R212ec85b8f724d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1a22a72214d52" /><Relationship Type="http://schemas.openxmlformats.org/officeDocument/2006/relationships/image" Target="/ppt/media/image.png" Id="R9cdfd9572eba406b" /><Relationship Type="http://schemas.openxmlformats.org/officeDocument/2006/relationships/notesSlide" Target="/ppt/notesSlides/notesSlide5.xml" Id="R5e1d9bae4ced4d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1119C0-88C4-4A5B-A6BA-B6311620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25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FIELDPROOF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8803F-D5C7-4C9E-81B2-2A983C1C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108204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570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70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BUY FRESH READINGS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570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70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FROM SENSORS</a:t>
            </a:r>
          </a:p>
        </p:txBody>
      </p:sp>
    </p:spTree>
    <p:extLst>
      <p:ext uri="{BB962C8B-B14F-4D97-AF65-F5344CB8AC3E}">
        <p14:creationId xmlns:p14="http://schemas.microsoft.com/office/powerpoint/2010/main" val="657403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673ED-792E-4A67-851B-46686A73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67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7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One request, one new reading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D1066-FB80-4508-9148-3932BCAC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85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Software buyer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8DBD0-58DA-4B9B-95AB-CF89364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Question and budget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BD911E-7711-4F63-AB84-D315F603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032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Request and payment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C93EA-4908-4C2B-B0AF-3FFDDBEC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14675"/>
            <a:ext cx="90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9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9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4C0989-70C6-4225-BBD7-482A32E9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571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85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Device operator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C9349-4599-497C-A995-6F5ED724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33750"/>
            <a:ext cx="3571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New measurement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DBDA2-B70C-4773-B404-0E1A6F29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4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A signed answer returns to the buyer.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41F41-0226-4554-AAE6-5787E42D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75" b="0">
                <a:solidFill>
                  <a:srgbClr val="555555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>
                <a:solidFill>
                  <a:srgbClr val="555555"/>
                </a:solidFill>
                <a:latin typeface="Liberation Sans"/>
                <a:ea typeface="Liberation Sans"/>
                <a:cs typeface="Liberation Sans"/>
              </a:rPr>
              <a:t>One paid check connects a software buyer and a device operator.</a:t>
            </a:r>
          </a:p>
        </p:txBody>
      </p:sp>
    </p:spTree>
    <p:extLst>
      <p:ext uri="{BB962C8B-B14F-4D97-AF65-F5344CB8AC3E}">
        <p14:creationId xmlns:p14="http://schemas.microsoft.com/office/powerpoint/2010/main" val="871968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56367C-E13E-4EA8-BC88-C1E17064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67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7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A working three-device prototype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54d9efe3d4ae5"/>
          <a:stretch xmlns:a="http://schemas.openxmlformats.org/drawingml/2006/main"/>
        </p:blipFill>
        <p:spPr>
          <a:xfrm xmlns:a="http://schemas.openxmlformats.org/drawingml/2006/main">
            <a:off x="685800" y="1878211"/>
            <a:ext cx="3905250" cy="219670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38F7F-0A95-4B98-A2F7-CE8455A8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75" b="0">
                <a:solidFill>
                  <a:srgbClr val="555555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>
                <a:solidFill>
                  <a:srgbClr val="555555"/>
                </a:solidFill>
                <a:latin typeface="Liberation Sans"/>
                <a:ea typeface="Liberation Sans"/>
                <a:cs typeface="Liberation Sans"/>
              </a:rPr>
              <a:t>ESP32 contact input. BOOT represents the contact.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008448-9EA9-41D8-89E3-4070E339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3832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02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ESP32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E21889-BFF6-4CB6-AA86-91485D3C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09800"/>
            <a:ext cx="619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Measures and signs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648D7-5A07-475F-AC1E-F803D524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8130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02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Laptop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BF8CD9-84A9-48F8-8887-C43507BD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52775"/>
            <a:ext cx="619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Buys a new reading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F13258-7C00-4D98-9ECB-2779D3F8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2427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02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Seeker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99593-78C7-47BF-8ADB-90DE54EF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95750"/>
            <a:ext cx="619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Independently verifies the receipt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81DF4B-D162-4402-8376-F1CCF369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501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0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Solana Devnet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5BE1FD-A5B8-4A87-BB61-C8EA2DA3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5010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0.001 test USDC to the operator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4917E-2A2A-49CC-A492-9185BCD2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381625"/>
            <a:ext cx="501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0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peaq Agung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C679CA-B587-442C-BFE6-C47B54FF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810250"/>
            <a:ext cx="5010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Registered device key and linked work record</a:t>
            </a:r>
          </a:p>
        </p:txBody>
      </p:sp>
    </p:spTree>
    <p:extLst>
      <p:ext uri="{BB962C8B-B14F-4D97-AF65-F5344CB8AC3E}">
        <p14:creationId xmlns:p14="http://schemas.microsoft.com/office/powerpoint/2010/main" val="14843232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D3E40-378F-462E-9240-F66765D7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67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7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Payment stays final. Answers expire.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CB0A7-3EEB-4094-942A-8430D52D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5010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15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15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Payment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461F05-BF42-45AA-84E0-E7C7ECFE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4857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The operator keeps the test payment.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13478-B6CD-4FFE-81F8-60D3800D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67000"/>
            <a:ext cx="5010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15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150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Physical answer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7A557-9B74-4B3B-AA68-A32CAC0E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43275"/>
            <a:ext cx="4857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The buyer needs a new check after ten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053E4A-9321-44E1-8369-34CAEA3F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4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An edited answer fails signature verification.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F4C1F-E839-46EF-89FC-0D1DA796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75" b="0">
                <a:solidFill>
                  <a:srgbClr val="555555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>
                <a:solidFill>
                  <a:srgbClr val="555555"/>
                </a:solidFill>
                <a:latin typeface="Liberation Sans"/>
                <a:ea typeface="Liberation Sans"/>
                <a:cs typeface="Liberation Sans"/>
              </a:rPr>
              <a:t>A signature identifies a claim's source. Physical truth needs separate controls.</a:t>
            </a:r>
          </a:p>
        </p:txBody>
      </p:sp>
    </p:spTree>
    <p:extLst>
      <p:ext uri="{BB962C8B-B14F-4D97-AF65-F5344CB8AC3E}">
        <p14:creationId xmlns:p14="http://schemas.microsoft.com/office/powerpoint/2010/main" val="2964335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5261AB-A3DE-481B-88E4-4B41EBB9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715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67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7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One useful check. Then a network.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fd9572eba406b"/>
          <a:stretch xmlns:a="http://schemas.openxmlformats.org/drawingml/2006/main"/>
        </p:blipFill>
        <p:spPr>
          <a:xfrm xmlns:a="http://schemas.openxmlformats.org/drawingml/2006/main">
            <a:off x="10620375" y="428625"/>
            <a:ext cx="952500" cy="952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655C1-3CDB-488C-AAC4-BBCE5E70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22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Next: one recurring paid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A3AC5D-BF08-4DFE-B709-02D5C6D6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First buyers to recruit: software teams that pay for remote checks.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610F9B-1EF7-4B64-A2C7-A9E5D75D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Pilot plan: one operator, one buyer, measured cost and reliability.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69C9F-CC3B-4860-8E11-2EC926BA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11111"/>
                </a:solidFill>
                <a:latin typeface="Liberation Sans"/>
                <a:ea typeface="Liberation Sans"/>
                <a:cs typeface="Liberation Sans"/>
              </a:rPr>
              <a:t>Revenue plan: integration and service fees.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237B1-AF16-4260-AAEE-C38318A3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75" b="0">
                <a:solidFill>
                  <a:srgbClr val="555555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>
                <a:solidFill>
                  <a:srgbClr val="555555"/>
                </a:solidFill>
                <a:latin typeface="Liberation Sans"/>
                <a:ea typeface="Liberation Sans"/>
                <a:cs typeface="Liberation Sans"/>
              </a:rPr>
              <a:t>Today: one provider. The paid pilot will test demand and pricing.</a:t>
            </a:r>
          </a:p>
        </p:txBody>
      </p:sp>
    </p:spTree>
    <p:extLst>
      <p:ext uri="{BB962C8B-B14F-4D97-AF65-F5344CB8AC3E}">
        <p14:creationId xmlns:p14="http://schemas.microsoft.com/office/powerpoint/2010/main" val="13325583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creator>FieldProof</dc:creator>
  <ns0:lastModifiedBy>FieldProof</ns0:lastModifiedBy>
  <dc:title>FieldProof: paid physical checks</dc:title>
  <ns2:created xsi:type="dcterms:W3CDTF">2026-10-12T14:56:01.7050000Z</ns2:created>
  <ns2:modified xsi:type="dcterms:W3CDTF">2026-10-12T14:56:01.7050000Z</ns2:modified>
</ns0:coreProperties>
</file>