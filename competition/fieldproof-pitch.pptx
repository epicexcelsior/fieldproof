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159b573204129" /><Relationship Type="http://schemas.openxmlformats.org/officeDocument/2006/relationships/extended-properties" Target="/docProps/app.xml" Id="Rf23857667b1848c5" /><Relationship Type="http://schemas.openxmlformats.org/officeDocument/2006/relationships/officeDocument" Target="/ppt/presentation.xml" Id="Rf43567e4547545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932027e67345d1"/>
  </p:sldMasterIdLst>
  <p:notesMasterIdLst>
    <p:notesMasterId xmlns:r="http://schemas.openxmlformats.org/officeDocument/2006/relationships" r:id="R9717f12da3ed4360"/>
  </p:notesMasterIdLst>
  <p:sldIdLst>
    <p:sldId xmlns:r="http://schemas.openxmlformats.org/officeDocument/2006/relationships" id="256" r:id="Ree86c22933ad40f2"/>
    <p:sldId xmlns:r="http://schemas.openxmlformats.org/officeDocument/2006/relationships" id="257" r:id="R3c0cdab536b44258"/>
    <p:sldId xmlns:r="http://schemas.openxmlformats.org/officeDocument/2006/relationships" id="258" r:id="Rf269fe350e0442bb"/>
    <p:sldId xmlns:r="http://schemas.openxmlformats.org/officeDocument/2006/relationships" id="259" r:id="Read9203d2f5443ac"/>
    <p:sldId xmlns:r="http://schemas.openxmlformats.org/officeDocument/2006/relationships" id="260" r:id="Rff1a3ccf8c0f47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75e9cfa6d4797" /><Relationship Type="http://schemas.openxmlformats.org/officeDocument/2006/relationships/slideMaster" Target="/ppt/slideMasters/slideMaster1.xml" Id="Rad932027e67345d1" /><Relationship Type="http://schemas.openxmlformats.org/officeDocument/2006/relationships/notesMaster" Target="/ppt/notesMasters/notesMaster1.xml" Id="R9717f12da3ed4360" /><Relationship Type="http://schemas.openxmlformats.org/officeDocument/2006/relationships/presProps" Target="/ppt/presProps.xml" Id="R59657117f85644e0" /><Relationship Type="http://schemas.openxmlformats.org/officeDocument/2006/relationships/tableStyles" Target="/ppt/tableStyles.xml" Id="R9c39a46eb01741e0" /><Relationship Type="http://schemas.openxmlformats.org/officeDocument/2006/relationships/slide" Target="/ppt/slides/slide1.xml" Id="Ree86c22933ad40f2" /><Relationship Type="http://schemas.openxmlformats.org/officeDocument/2006/relationships/slide" Target="/ppt/slides/slide2.xml" Id="R3c0cdab536b44258" /><Relationship Type="http://schemas.openxmlformats.org/officeDocument/2006/relationships/slide" Target="/ppt/slides/slide3.xml" Id="Rf269fe350e0442bb" /><Relationship Type="http://schemas.openxmlformats.org/officeDocument/2006/relationships/slide" Target="/ppt/slides/slide4.xml" Id="Read9203d2f5443ac" /><Relationship Type="http://schemas.openxmlformats.org/officeDocument/2006/relationships/slide" Target="/ppt/slides/slide5.xml" Id="Rff1a3ccf8c0f47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41f446ac9443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f6334084b84768" /><Relationship Type="http://schemas.openxmlformats.org/officeDocument/2006/relationships/notesMaster" Target="/ppt/notesMasters/notesMaster1.xml" Id="R37b991a9f54f49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29aa3f4abf4df4" /><Relationship Type="http://schemas.openxmlformats.org/officeDocument/2006/relationships/notesMaster" Target="/ppt/notesMasters/notesMaster1.xml" Id="R641a7a310a6344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98383229947c8" /><Relationship Type="http://schemas.openxmlformats.org/officeDocument/2006/relationships/notesMaster" Target="/ppt/notesMasters/notesMaster1.xml" Id="R37c9d4525a36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bf6369d71b468a" /><Relationship Type="http://schemas.openxmlformats.org/officeDocument/2006/relationships/notesMaster" Target="/ppt/notesMasters/notesMaster1.xml" Id="Rf3aead8c05774a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18dc1da55a48b2" /><Relationship Type="http://schemas.openxmlformats.org/officeDocument/2006/relationships/notesMaster" Target="/ppt/notesMasters/notesMaster1.xml" Id="R4d17994f5f174b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and founder context. Explain why software needs a fresh physical answer across device owners. Copy source: docs/competition/slides.html.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a commissioned measurement. Payment buys the check, including an unfavorable answer. A common workflow across independent operators is the product hypothesis. Copy source: docs/competition/slides.html.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evidence: docs/evidence/current-job.json and docs/VERIFICATION.md. One real ESP32 provider. Seeker independently verifies receipts. Solana Devnet pays 0.001 test USDC. The buyer resolves the peaq Agung device key before payment. The completed job has a finalized native Storage work record. No EventRegistry or credit rating is claimed. Copy source: docs/competition/slides.html.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unchanged receipt timestamp expires under the ten-second buyer policy. An edited local copy fails the original signature. A signature authenticates a claim, not physical truth. Copy source: docs/competition/slides.html.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network, customer demand, recurring paid use, and reputation remain unvalidated. Start with one authorized operator and one recurring question. Integration and per-check fees are hypotheses. Logo supplied by the founder. Copy source: docs/competition/slides.html.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f91fa257a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515e12e6a44096" /><Relationship Type="http://schemas.openxmlformats.org/officeDocument/2006/relationships/slideLayout" Target="/ppt/slideLayouts/slideLayout1.xml" Id="Rdf191859f87f49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91859f87f49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931a551f04af3" /><Relationship Type="http://schemas.openxmlformats.org/officeDocument/2006/relationships/notesSlide" Target="/ppt/notesSlides/notesSlide1.xml" Id="R8260643547cd4e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72a600dee4cb8" /><Relationship Type="http://schemas.openxmlformats.org/officeDocument/2006/relationships/notesSlide" Target="/ppt/notesSlides/notesSlide2.xml" Id="Rbebfc0601eef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ff5918ad74c0f" /><Relationship Type="http://schemas.openxmlformats.org/officeDocument/2006/relationships/image" Target="/ppt/media/image.bin" Id="Rb662421ab2fb429e" /><Relationship Type="http://schemas.openxmlformats.org/officeDocument/2006/relationships/notesSlide" Target="/ppt/notesSlides/notesSlide3.xml" Id="Rb66639799bb54e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9314cee54272" /><Relationship Type="http://schemas.openxmlformats.org/officeDocument/2006/relationships/notesSlide" Target="/ppt/notesSlides/notesSlide4.xml" Id="Rf138736f5ec647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d7b22ab694ca6" /><Relationship Type="http://schemas.openxmlformats.org/officeDocument/2006/relationships/image" Target="/ppt/media/image.png" Id="Rbeac64cf91f04a6b" /><Relationship Type="http://schemas.openxmlformats.org/officeDocument/2006/relationships/notesSlide" Target="/ppt/notesSlides/notesSlide5.xml" Id="R95cd8be35a8541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A974E-C978-43D5-936E-8D128C59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25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25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FIELDPROOF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9D66A-471E-4F32-9AE0-03E057D0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8204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57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BUY FRESH READINGS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57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FROM SENSORS</a:t>
            </a:r>
          </a:p>
        </p:txBody>
      </p:sp>
    </p:spTree>
    <p:extLst>
      <p:ext uri="{BB962C8B-B14F-4D97-AF65-F5344CB8AC3E}">
        <p14:creationId xmlns:p14="http://schemas.microsoft.com/office/powerpoint/2010/main" val="1715005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E8D5C-0C7A-4EDB-9B68-CADBC315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One request, one new reading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C85EC-D51B-47F2-B449-DF69AFD7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Software buyer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BA91D-C6E1-4188-A6C5-9283E151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Question and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3F6296-40C3-4A78-85A0-D5434950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00325"/>
            <a:ext cx="2619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Request and payment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39FCC-93E6-4378-8676-FED173C3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14675"/>
            <a:ext cx="90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9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9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B916E-0263-46DB-9400-8E8859C1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622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8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Device operator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B2A95-0B54-4E1E-B32F-A4D4AB45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357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New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CFC56-B1FF-41D0-8ED8-A17F569A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 signed answer returns to the buyer.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8C6E58-C6AD-4C71-9E82-2566CEEF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A common workflow across different device owners is the product hypothesis.</a:t>
            </a:r>
          </a:p>
        </p:txBody>
      </p:sp>
    </p:spTree>
    <p:extLst>
      <p:ext uri="{BB962C8B-B14F-4D97-AF65-F5344CB8AC3E}">
        <p14:creationId xmlns:p14="http://schemas.microsoft.com/office/powerpoint/2010/main" val="21266938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93A88D-F65A-4738-9ED7-09A3B56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 working three-device prototype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2421ab2fb429e"/>
          <a:stretch xmlns:a="http://schemas.openxmlformats.org/drawingml/2006/main"/>
        </p:blipFill>
        <p:spPr>
          <a:xfrm xmlns:a="http://schemas.openxmlformats.org/drawingml/2006/main">
            <a:off x="685800" y="1878211"/>
            <a:ext cx="3905250" cy="219670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E2999-A2AC-4FB0-8947-8FDDD1A4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ESP32 contact input. BOOT represents the contact.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EC9CF-DE00-4EAA-9A69-2B0B182A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383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ESP32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8118A-DFBE-4712-ADC8-CC89117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Measures and signs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936DB-D85D-4A73-9FFD-D3291DB50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81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EECA0-3BB1-43D5-BCE3-B77975A2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52775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Buys a new reading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FA449-06A4-433A-BCA0-B7EECD70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242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Seeker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110BF-403E-453A-A8C8-D49FF691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9575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Independently verifies the 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5BA18-3AD8-49F8-A2BE-40BB9F2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Solana Devnet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706D0-EFA4-42D3-9B2A-BE301231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01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0.001 test USDC to the operator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7C91D-DE4B-4266-A966-8E8EC222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81625"/>
            <a:ext cx="501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0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peaq Agung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9E01F-8162-4D20-92B9-FB0ACAE4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810250"/>
            <a:ext cx="5010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Registered device key and linked work record</a:t>
            </a:r>
          </a:p>
        </p:txBody>
      </p:sp>
    </p:spTree>
    <p:extLst>
      <p:ext uri="{BB962C8B-B14F-4D97-AF65-F5344CB8AC3E}">
        <p14:creationId xmlns:p14="http://schemas.microsoft.com/office/powerpoint/2010/main" val="3573285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457B2-1DC3-4836-8A1D-979681C6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Payment stays final. Answers expire.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3A513-AD3D-40E4-B2F8-5E794AB8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Payment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31251-6971-49BF-B434-68942F09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The operator keeps the test payment.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4E3F7-68A9-4125-9C2F-6F574AB7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501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1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Physical answer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FB663-A12C-46E6-B7C5-336951F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43275"/>
            <a:ext cx="4857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The buyer needs a new check after ten seconds.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DAC81-40C3-4C33-8737-281E3A72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4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An edited answer fails signature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E698F-3BB4-4A02-B51B-1BF48CCE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A signature identifies a claim's source. Physical truth needs separate controls.</a:t>
            </a:r>
          </a:p>
        </p:txBody>
      </p:sp>
    </p:spTree>
    <p:extLst>
      <p:ext uri="{BB962C8B-B14F-4D97-AF65-F5344CB8AC3E}">
        <p14:creationId xmlns:p14="http://schemas.microsoft.com/office/powerpoint/2010/main" val="727731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62E7C-731B-4431-A937-EA8D87FE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9715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7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One useful check. Then a network.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c64cf91f04a6b"/>
          <a:stretch xmlns:a="http://schemas.openxmlformats.org/drawingml/2006/main"/>
        </p:blipFill>
        <p:spPr>
          <a:xfrm xmlns:a="http://schemas.openxmlformats.org/drawingml/2006/main">
            <a:off x="10620375" y="42862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0CF48-A0F2-4292-9DD5-2F562C57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32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Will a buyer pay repeatedly?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7821C-7DFB-42E6-9668-7EBEE2F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66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Buyer hypothesis: software teams that already pay for remote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3EAA3-70C0-4ED5-8C65-4A8263B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Next test: one operator and one recurring question.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4E6FE-BE33-4BF3-9D70-DF62CD7C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0">
                <a:solidFill>
                  <a:srgbClr val="111111"/>
                </a:solidFill>
                <a:latin typeface="Liberation Sans"/>
                <a:ea typeface="Liberation Sans"/>
                <a:cs typeface="Liberation Sans"/>
              </a:rPr>
              <a:t>Revenue hypothesis: integration and per-check fees.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A6EB4-76EF-43A6-AD4F-62663A18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55555"/>
                </a:solidFill>
                <a:latin typeface="Liberation Sans"/>
                <a:ea typeface="Liberation Sans"/>
                <a:cs typeface="Liberation Sans"/>
              </a:rPr>
              <a:t>The network, customer demand, and reputation remain unvalidated.</a:t>
            </a:r>
          </a:p>
        </p:txBody>
      </p:sp>
    </p:spTree>
    <p:extLst>
      <p:ext uri="{BB962C8B-B14F-4D97-AF65-F5344CB8AC3E}">
        <p14:creationId xmlns:p14="http://schemas.microsoft.com/office/powerpoint/2010/main" val="139742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FieldProof</dc:creator>
  <ns0:lastModifiedBy>FieldProof</ns0:lastModifiedBy>
  <dc:title>FieldProof: paid physical checks</dc:title>
  <ns2:created xsi:type="dcterms:W3CDTF">2026-10-12T14:36:38.4120000Z</ns2:created>
  <ns2:modified xsi:type="dcterms:W3CDTF">2026-10-12T14:36:38.4120000Z</ns2:modified>
</ns0:coreProperties>
</file>